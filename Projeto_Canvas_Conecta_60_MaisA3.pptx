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06B-05B6-467D-A5A8-F54CC6045C9D}" type="datetimeFigureOut">
              <a:rPr lang="pt-BR" smtClean="0"/>
              <a:t>11/10/2026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AAE79-8B36-4408-9E48-8EF1649B8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51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37160" y="228600"/>
            <a:ext cx="2194560" cy="6217920"/>
          </a:xfrm>
          <a:prstGeom prst="ellipse">
            <a:avLst/>
          </a:prstGeom>
          <a:solidFill>
            <a:srgbClr val="4B5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411480"/>
            <a:ext cx="1920240" cy="5303520"/>
          </a:xfrm>
          <a:prstGeom prst="ellipse">
            <a:avLst/>
          </a:prstGeom>
          <a:solidFill>
            <a:srgbClr val="4B5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34640" y="411480"/>
            <a:ext cx="6217920" cy="502920"/>
          </a:xfrm>
          <a:prstGeom prst="ellipse">
            <a:avLst/>
          </a:prstGeom>
          <a:solidFill>
            <a:srgbClr val="4B5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PROJECT MODEL CANVAS — Conecta 60+ | Tecnologia sem 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11384280" cy="5577840"/>
          </a:xfrm>
          <a:prstGeom prst="rect">
            <a:avLst/>
          </a:prstGeom>
          <a:noFill/>
          <a:ln w="2286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2276856" cy="438912"/>
          </a:xfrm>
          <a:prstGeom prst="rect">
            <a:avLst/>
          </a:prstGeom>
          <a:solidFill>
            <a:srgbClr val="424D60"/>
          </a:solidFill>
          <a:ln w="1778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45720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1. POR QUÊ?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426464"/>
            <a:ext cx="2112263" cy="499262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JUSTIFICATIVA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Pessoas idosas podem ter dificuldade para usar celulares, aplicativos e serviços digitais.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A falta de orientação pode limitar a autonomia e aumentar a exposição a golpes.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OBJETIVO SMART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Capacitar 30 pessoas com 60 anos ou mais, em 3 meses, para usar funções básicas do celular e navegar com mais segurança.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BENEFÍCIOS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Mais autonomia e inclusão digital.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Melhor comunicação com familiares.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Mais segurança na internet.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8336" y="914400"/>
            <a:ext cx="2276856" cy="438912"/>
          </a:xfrm>
          <a:prstGeom prst="rect">
            <a:avLst/>
          </a:prstGeom>
          <a:solidFill>
            <a:srgbClr val="424D60"/>
          </a:solidFill>
          <a:ln w="1778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45720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2. O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1426464"/>
            <a:ext cx="2112263" cy="499262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PRODUTO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Curso gratuito de inclusão digital para pessoas idosas, com aulas práticas, linguagem simples e acompanhamento individual.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REQUISITOS TÉCNICOS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Celulares ou tablets.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Internet Wi-Fi.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Sala acessível, mesas e tomadas.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Material impresso com letras grandes.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Instrutores e monitores.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9192" y="1353312"/>
            <a:ext cx="16459" cy="513892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65192" y="914400"/>
            <a:ext cx="2276856" cy="438912"/>
          </a:xfrm>
          <a:prstGeom prst="rect">
            <a:avLst/>
          </a:prstGeom>
          <a:solidFill>
            <a:srgbClr val="424D60"/>
          </a:solidFill>
          <a:ln w="1778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45720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3. QUEM?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426464"/>
            <a:ext cx="2112263" cy="499262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STAKEHOLDERS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Pessoas idosas participantes.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Familiares e cuidadores.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Centro comunitário ou instituição parceira.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Instrutores, voluntários e patrocinadores.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EQUIPE DO PROJETO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Coordenador do projeto.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Instrutor de tecnologia.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Monitores de apoio.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Responsável por inscrições e avaliação.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6048" y="1353312"/>
            <a:ext cx="16459" cy="513892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42047" y="914400"/>
            <a:ext cx="2276856" cy="438912"/>
          </a:xfrm>
          <a:prstGeom prst="rect">
            <a:avLst/>
          </a:prstGeom>
          <a:solidFill>
            <a:srgbClr val="424D60"/>
          </a:solidFill>
          <a:ln w="1778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45720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4. COMO?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1426464"/>
            <a:ext cx="2112263" cy="499262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PREMISSAS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Participantes terão interesse em aprender.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Haverá espaço e acesso à internet.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As aulas respeitarão o ritmo de cada pessoa.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GRUPOS DE ENTREGAS (EAP)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1. Planejamento e parcerias.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2. Divulgação e inscrições.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3. Preparação dos materiais.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4. Aulas práticas.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5. Avaliação e encerramento.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RESTRIÇÕES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Orçamento limitado.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Disponibilidade de equipamentos.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Prazo total de 3 meses.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Diferentes níveis de familiaridade com tecnologia.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2903" y="1353312"/>
            <a:ext cx="16459" cy="513892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18903" y="914400"/>
            <a:ext cx="2276856" cy="438912"/>
          </a:xfrm>
          <a:prstGeom prst="rect">
            <a:avLst/>
          </a:prstGeom>
          <a:solidFill>
            <a:srgbClr val="424D60"/>
          </a:solidFill>
          <a:ln w="1778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45720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5. QUANDO E QUANTO?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9" y="1426464"/>
            <a:ext cx="2112263" cy="499262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RISCOS DE TI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Falta de internet ou equipamentos.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Dificuldade de aprendizagem ou desistências.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Exposição a golpes e compartilhamento de dados pessoais.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CUSTO ESTIMADO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Materiais didáticos: R$ 300.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Internet/infraestrutura: R$ 300.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Equipamentos e acessórios: R$ 600.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Divulgação e outros: R$ 200.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Total estimado: R$ 1.400.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FFDD82"/>
                </a:solidFill>
                <a:latin typeface="Aptos"/>
              </a:defRPr>
            </a:pPr>
            <a:r>
              <a:t>CRONOGRAMA / SPRINTS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Mês 1: planejamento, parcerias e inscrições.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Mês 2: celular, WhatsApp, chamadas e internet.</a:t>
            </a:r>
          </a:p>
          <a:p>
            <a:pPr>
              <a:spcAft>
                <a:spcPts val="200"/>
              </a:spcAft>
              <a:defRPr sz="919">
                <a:solidFill>
                  <a:srgbClr val="F8F9FC"/>
                </a:solidFill>
                <a:latin typeface="Aptos"/>
              </a:defRPr>
            </a:pPr>
            <a:r>
              <a:t>• Mês 3: segurança digital, revisão e avaliação.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59" y="1353312"/>
            <a:ext cx="16459" cy="513892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416</Words>
  <Application>Microsoft Office PowerPoint</Application>
  <PresentationFormat>Widescreen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Mateus Santos</dc:creator>
  <cp:keywords/>
  <dc:description>generated using python-pptx</dc:description>
  <cp:lastModifiedBy>Mateus dos Santos Campos</cp:lastModifiedBy>
  <cp:revision>2</cp:revision>
  <dcterms:created xsi:type="dcterms:W3CDTF">2013-01-27T09:14:16Z</dcterms:created>
  <dcterms:modified xsi:type="dcterms:W3CDTF">2026-10-11T12:58:08Z</dcterms:modified>
  <cp:category/>
</cp:coreProperties>
</file>